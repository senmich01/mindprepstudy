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Econometrics: Simple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ECO 308 - Lecture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Simple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beta_0 + beta_1 X + u</a:t>
            </a:r>
          </a:p>
          <a:p>
            <a:r>
              <a:t>Y is the dependent variable, X is the independent variable</a:t>
            </a:r>
          </a:p>
          <a:p>
            <a:r>
              <a:t>beta_0 is the intercept, beta_1 is the slope coefficient</a:t>
            </a:r>
          </a:p>
          <a:p>
            <a:r>
              <a:t>u is the error term, capturing all other factors affecting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Ordinary Least Squares (OLS)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OLS estimates beta_0 and beta_1 by minimizing the sum of squared residuals</a:t>
            </a:r>
          </a:p>
          <a:p>
            <a:r>
              <a:t>The residual is the difference between the observed and predicted value of Y</a:t>
            </a:r>
          </a:p>
          <a:p>
            <a:r>
              <a:t>OLS estimators are BLUE (Best Linear Unbiased Estimators) under the Gauss-Markov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Goodness of Fit: R-squared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R-squared measures the proportion of variation in Y explained by X</a:t>
            </a:r>
          </a:p>
          <a:p>
            <a:r>
              <a:t>R-squared ranges from 0 to 1; higher values indicate a better fit</a:t>
            </a:r>
          </a:p>
          <a:p>
            <a:r>
              <a:t>A high R-squared does not imply causation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